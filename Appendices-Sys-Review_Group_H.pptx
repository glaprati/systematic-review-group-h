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9" r:id="rId3"/>
    <p:sldId id="263" r:id="rId4"/>
    <p:sldId id="259" r:id="rId5"/>
    <p:sldId id="270" r:id="rId6"/>
    <p:sldId id="258" r:id="rId7"/>
    <p:sldId id="264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F34D-9BB2-F70A-D32C-AFB8B473E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CC772-A3CC-4655-13FD-8F2AC9A17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4CAFB-21F1-0AB7-6C56-0C384CD7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FF19E-895F-F61C-25E0-5276E3B4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12A2B-B27F-9EF4-1411-1855CB46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472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C26C6-3397-5ABF-0A3B-61BFB91A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ADCD6-9F19-C66C-6B73-45B4DA68B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F00C6-0355-D377-345A-54881A62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5D543-DC0E-45DA-3182-9955EF25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353EA-FEDE-84FD-B3E1-93AA12FC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10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933E-FC9C-ABC1-2671-ABFAF269F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3559E-227C-B26F-BB66-81E4F427F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A97B0-3CD6-F01D-37DE-11B3E47C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2070-0A3C-2D63-FAC0-2AF86894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BFF84-DCEA-243B-D8F8-465CC86A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64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40B4-1824-9A44-8653-608851C1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29487-515D-82E4-2646-B38503082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37A93-C96C-23B2-D197-1B512A94F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4A0A4-AA86-7431-BE82-6FD46447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9FB31-EDA0-23F5-109B-D6B78416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53769-4505-DB18-3F67-9C83BD1A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20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0B1B-8ECD-0345-09E0-4214539EB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1935-BC32-6E2F-263F-9F495E36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58DDE-C502-DAE7-4F9F-CB2BA073F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2410F-EB23-AC70-9DDF-7F64FD15E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58034-FB5A-A9A5-EFAC-9097E5A7D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81C26-5F49-9738-93CF-6042EBD3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42BAE-F4C9-D114-9ABA-8B8AFE258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BA97F-D9FA-BE99-7A4A-D9F4E7CD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7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3544-166F-3506-043E-49684047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1B516-F7D9-5CF1-85C5-4B949A62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6ABD5-2D3B-665A-6A23-55910974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C6F34-403A-78C1-FA02-8112E3E5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62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2F2AD-4009-D991-828F-95FD35FA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228EF-D3D9-6AE4-225F-076BB792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ADF26-C9F3-CB0F-D298-8F98C9AC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15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5161-4274-9F2A-2D15-0DF092C6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E6305-C1CB-0F24-FF1F-11F4D629E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673A4-F9AC-7452-094F-E4EE8962A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A98A2-EAAC-908F-CDD4-8D9CF7CF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D4EE0-98EE-D387-4674-C2040045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76519-2775-A251-BEB1-1AD9AC12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11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3133-3FF0-FDED-2FEB-A391A08F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937EF-7CB9-4190-B522-F8502AEA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4B6FA-194A-7F62-23C3-70A4F873C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8388C-376D-AB02-B93A-B6BE996B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BBCD0-9634-107C-C204-2284065C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E6F05-0602-4B20-72E5-C59DCC7D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79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E1C7-2300-010A-F0E2-F118634B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F1B91-DD02-EA9E-BE16-33C7CD244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00867-2344-3BF3-F974-54675A39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47EB7-570E-8483-3AC3-3A503559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95645-41A0-6BEC-8CB0-573C8FE6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85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187CB-7166-4EF4-A20C-A988C2497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68FDF-4C0D-2AB7-3C03-46DEFCB77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D10EC-A174-D0A0-B3B2-0A8A27E6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81A61-B015-F02C-971D-B2F4E24A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CD61A-ECCB-E150-CFFA-BC6A1AF6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8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65F05-6182-7822-ECD6-848307F2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B389C-98D0-66F2-0527-A5F485DCF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FD4A-EF39-EF84-7CDD-F1A24289B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3052-37ED-4B76-A6AA-E5E2E396627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D5188-2249-3DDC-08B7-BFDCB7C81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DA8C5-0A34-A0FE-0E46-048E1516E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1AF87-D0A3-4481-81F1-8A4E6B8167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C71673-4D89-B266-B6B9-6F9412C19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33" y="224512"/>
            <a:ext cx="8458933" cy="640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36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601B9A-F434-EE2D-2564-C59938F96C7D}"/>
              </a:ext>
            </a:extLst>
          </p:cNvPr>
          <p:cNvSpPr txBox="1"/>
          <p:nvPr/>
        </p:nvSpPr>
        <p:spPr>
          <a:xfrm>
            <a:off x="3672839" y="751209"/>
            <a:ext cx="484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Most frequent keywords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A07AF4-79EC-0E76-229B-103AB31D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47" y="1212874"/>
            <a:ext cx="10882303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3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49B0E4-74E3-1F33-27AD-692AA3024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10" y="1072692"/>
            <a:ext cx="10571380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3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E252-A1FB-DB89-92AA-92529D581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0" y="680294"/>
            <a:ext cx="10618839" cy="594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3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9C007-314B-B3F9-559F-E9C04382C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96" y="901989"/>
            <a:ext cx="10876207" cy="50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4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E66C1-2FAC-B1AC-8BB8-70C86170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55A304-5235-FCFB-2E48-7EEDA923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52" y="804444"/>
            <a:ext cx="11071296" cy="52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5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1B02A6-4AF1-5019-48E7-DD23A8776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50" y="944664"/>
            <a:ext cx="9922100" cy="4968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05EBD4-9AAE-6D29-85AA-A70779531888}"/>
              </a:ext>
            </a:extLst>
          </p:cNvPr>
          <p:cNvSpPr txBox="1"/>
          <p:nvPr/>
        </p:nvSpPr>
        <p:spPr>
          <a:xfrm>
            <a:off x="3903406" y="324465"/>
            <a:ext cx="557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Three field plot</a:t>
            </a:r>
          </a:p>
        </p:txBody>
      </p:sp>
    </p:spTree>
    <p:extLst>
      <p:ext uri="{BB962C8B-B14F-4D97-AF65-F5344CB8AC3E}">
        <p14:creationId xmlns:p14="http://schemas.microsoft.com/office/powerpoint/2010/main" val="177031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F74B8-01EB-2353-0D5D-AC32A7B38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89" y="1043733"/>
            <a:ext cx="10409822" cy="4770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908F48-039E-8569-ED49-A9CEA2A883E3}"/>
              </a:ext>
            </a:extLst>
          </p:cNvPr>
          <p:cNvSpPr txBox="1"/>
          <p:nvPr/>
        </p:nvSpPr>
        <p:spPr>
          <a:xfrm>
            <a:off x="3460955" y="753908"/>
            <a:ext cx="5270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Expanded authors’ co-citation network</a:t>
            </a:r>
          </a:p>
        </p:txBody>
      </p:sp>
    </p:spTree>
    <p:extLst>
      <p:ext uri="{BB962C8B-B14F-4D97-AF65-F5344CB8AC3E}">
        <p14:creationId xmlns:p14="http://schemas.microsoft.com/office/powerpoint/2010/main" val="265699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BB9CC9-3742-15B1-64EC-6DD45FB9D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6" y="1058974"/>
            <a:ext cx="10943268" cy="4740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C237C-3087-FDF3-464A-EEC395DD3D42}"/>
              </a:ext>
            </a:extLst>
          </p:cNvPr>
          <p:cNvSpPr txBox="1"/>
          <p:nvPr/>
        </p:nvSpPr>
        <p:spPr>
          <a:xfrm>
            <a:off x="3441290" y="721216"/>
            <a:ext cx="530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Most relevant authors</a:t>
            </a:r>
          </a:p>
        </p:txBody>
      </p:sp>
    </p:spTree>
    <p:extLst>
      <p:ext uri="{BB962C8B-B14F-4D97-AF65-F5344CB8AC3E}">
        <p14:creationId xmlns:p14="http://schemas.microsoft.com/office/powerpoint/2010/main" val="2949478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14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Giulio Aprati</dc:creator>
  <cp:lastModifiedBy>Giulio Aprati</cp:lastModifiedBy>
  <cp:revision>8</cp:revision>
  <dcterms:created xsi:type="dcterms:W3CDTF">2025-11-09T09:11:49Z</dcterms:created>
  <dcterms:modified xsi:type="dcterms:W3CDTF">2025-11-18T18:44:01Z</dcterms:modified>
</cp:coreProperties>
</file>